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E-Bike Launch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 Overview</a:t>
            </a:r>
          </a:p>
          <a:p>
            <a:r>
              <a:t>3-Month Launch Plan</a:t>
            </a:r>
          </a:p>
          <a:p>
            <a:r>
              <a:t>Urban Mobility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Rapid EV adoption</a:t>
            </a:r>
          </a:p>
          <a:p>
            <a:r>
              <a:t>Growing urban commuter demand</a:t>
            </a:r>
          </a:p>
          <a:p>
            <a:r>
              <a:t>Strong CAGR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fuel costs</a:t>
            </a:r>
          </a:p>
          <a:p>
            <a:r>
              <a:t>Urban congestion</a:t>
            </a:r>
          </a:p>
          <a:p>
            <a:r>
              <a:t>Lack of reliable low-cost mobility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120+ km range</a:t>
            </a:r>
          </a:p>
          <a:p>
            <a:r>
              <a:t>Fast charging / removable battery</a:t>
            </a:r>
          </a:p>
          <a:p>
            <a:r>
              <a:t>Connected smart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Certified battery safety</a:t>
            </a:r>
          </a:p>
          <a:p>
            <a:r>
              <a:t>3-year warranty</a:t>
            </a:r>
          </a:p>
          <a:p>
            <a:r>
              <a:t>Low total cost of ownership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commuters</a:t>
            </a:r>
          </a:p>
          <a:p>
            <a:r>
              <a:t>Eco-conscious millennials</a:t>
            </a:r>
          </a:p>
          <a:p>
            <a:r>
              <a:t>Fleet &amp; delivery partners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+ experiential marketing</a:t>
            </a:r>
          </a:p>
          <a:p>
            <a:r>
              <a:t>Dealer &amp; online sales</a:t>
            </a:r>
          </a:p>
          <a:p>
            <a:r>
              <a:t>B2B partnerships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</a:t>
            </a:r>
          </a:p>
          <a:p>
            <a:r>
              <a:t>Test ride to sale conversion</a:t>
            </a:r>
          </a:p>
          <a:p>
            <a:r>
              <a:t>Monthly sales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Dual suppliers</a:t>
            </a:r>
          </a:p>
          <a:p>
            <a:r>
              <a:t>Phased production ramp</a:t>
            </a:r>
          </a:p>
          <a:p>
            <a:r>
              <a:t>Service network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Price: ₹1.2L</a:t>
            </a:r>
          </a:p>
          <a:p>
            <a:r>
              <a:t>Breakeven: 1,112 units</a:t>
            </a:r>
          </a:p>
          <a:p>
            <a:r>
              <a:t>Year-1 ROI: 350%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 delays</a:t>
            </a:r>
          </a:p>
          <a:p>
            <a:r>
              <a:t>Regulatory shifts</a:t>
            </a:r>
          </a:p>
          <a:p>
            <a:r>
              <a:t>Grey market competition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readiness</a:t>
            </a:r>
          </a:p>
          <a:p>
            <a:r>
              <a:t>Partnerships</a:t>
            </a:r>
          </a:p>
          <a:p>
            <a:r>
              <a:t>Scale-up funding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